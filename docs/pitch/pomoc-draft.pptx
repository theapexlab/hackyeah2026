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contrast: the same city, two very different days. Pomóc is the route between a need and a resource.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state is the operator. That is what makes identity, router capability and emergency legitimacy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s vs 6 min are scenario numbers from our AED walkthrough, not measurements.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Peerby figure is from published coverage of Peerby (see prior-art.md). Adoption at disaster time is too late: Bridgefy spikes only after the crisis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Pomóc - The network that is already there  ·  HackYeah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Pomóc - The network that is already there  ·  HackYeah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1207008"/>
            <a:ext cx="731520" cy="64008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 flipV="1">
            <a:off x="8705088" y="1024128"/>
            <a:ext cx="1097280" cy="82296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802368" y="1024128"/>
            <a:ext cx="822960" cy="82296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 flipV="1">
            <a:off x="10625328" y="1572768"/>
            <a:ext cx="731520" cy="118872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10625328" y="1572768"/>
            <a:ext cx="731520" cy="27432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1356848" y="1572768"/>
            <a:ext cx="91440" cy="146304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705088" y="1847088"/>
            <a:ext cx="91440" cy="82296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796528" y="2670048"/>
            <a:ext cx="548640" cy="73152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8247888" y="2670048"/>
            <a:ext cx="548640" cy="64008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625328" y="2761488"/>
            <a:ext cx="640080" cy="137160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625328" y="1847088"/>
            <a:ext cx="0" cy="91440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9345168" y="2761488"/>
            <a:ext cx="1280160" cy="64008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625328" y="2761488"/>
            <a:ext cx="822960" cy="27432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790688" y="4041648"/>
            <a:ext cx="822960" cy="82296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7790688" y="3310128"/>
            <a:ext cx="457200" cy="73152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8705088" y="4224528"/>
            <a:ext cx="822960" cy="137160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345168" y="3401568"/>
            <a:ext cx="182880" cy="82296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8613648" y="4224528"/>
            <a:ext cx="914400" cy="64008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528048" y="4224528"/>
            <a:ext cx="1005840" cy="73152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247888" y="3310128"/>
            <a:ext cx="1280160" cy="91440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11265408" y="3035808"/>
            <a:ext cx="182880" cy="109728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10533888" y="4133088"/>
            <a:ext cx="731520" cy="82296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265408" y="4133088"/>
            <a:ext cx="182880" cy="109728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613648" y="4864608"/>
            <a:ext cx="91440" cy="73152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533888" y="4956048"/>
            <a:ext cx="182880" cy="73152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V="1">
            <a:off x="10716768" y="5230368"/>
            <a:ext cx="731520" cy="45720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8247888" y="1847088"/>
            <a:ext cx="457200" cy="146304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0625328" y="1847088"/>
            <a:ext cx="822960" cy="118872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8247888" y="3310128"/>
            <a:ext cx="1097280" cy="9144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247888" y="3310128"/>
            <a:ext cx="365760" cy="155448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533888" y="4956048"/>
            <a:ext cx="914400" cy="274320"/>
          </a:xfrm>
          <a:prstGeom prst="line">
            <a:avLst/>
          </a:prstGeom>
          <a:noFill/>
          <a:ln w="12700">
            <a:solidFill>
              <a:srgbClr val="3B5575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863840" y="1097280"/>
            <a:ext cx="2377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914400"/>
            <a:ext cx="2377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247120" y="1463040"/>
            <a:ext cx="2377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6800" y="2560320"/>
            <a:ext cx="2377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15600" y="2651760"/>
            <a:ext cx="2377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3931920"/>
            <a:ext cx="2377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18320" y="4114800"/>
            <a:ext cx="2377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55680" y="4023360"/>
            <a:ext cx="2377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95360" y="5486400"/>
            <a:ext cx="2377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07040" y="5577840"/>
            <a:ext cx="237744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5360" y="1737360"/>
            <a:ext cx="219456" cy="21945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15600" y="1737360"/>
            <a:ext cx="219456" cy="21945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35440" y="3291840"/>
            <a:ext cx="219456" cy="21945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338560" y="2926080"/>
            <a:ext cx="219456" cy="21945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03920" y="4754880"/>
            <a:ext cx="219456" cy="21945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24160" y="4846320"/>
            <a:ext cx="219456" cy="21945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338560" y="5120640"/>
            <a:ext cx="219456" cy="21945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3200400"/>
            <a:ext cx="219456" cy="21945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HACKYEAH 2026  ·  OPEN TASK: SMART CITY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1645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Pomóc</a:t>
            </a:r>
            <a:endParaRPr lang="en-US" sz="80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that is already there</a:t>
            </a:r>
            <a:endParaRPr lang="en-US" sz="26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38404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dual-use civic mesh: neighbourhood resource sharing on an ordinary day, resilient emergency communication when mobile networks and power fail. Same identity, same protocol, same phones and home routers.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7818120" y="5989320"/>
            <a:ext cx="18288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065008" y="5943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router (static)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784080" y="5989320"/>
            <a:ext cx="182880" cy="18288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030968" y="5943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(mobile)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hold the resources and lose the route to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3840480"/>
          </a:xfrm>
          <a:prstGeom prst="roundRect">
            <a:avLst>
              <a:gd name="adj" fmla="val 2857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ordinary Tuesday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idle because nobody nearby knows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parking spots and skills sit unused next to people who need them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small need becomes a trip to a shop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platforms are centralised and have no reason to work offline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99632" y="1280160"/>
            <a:ext cx="5440680" cy="3840480"/>
          </a:xfrm>
          <a:prstGeom prst="roundRect">
            <a:avLst>
              <a:gd name="adj" fmla="val 2857"/>
            </a:avLst>
          </a:prstGeom>
          <a:solidFill>
            <a:srgbClr val="FCEBEC"/>
          </a:solidFill>
          <a:ln w="12700">
            <a:solidFill>
              <a:srgbClr val="FCEBE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5544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05472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the network goes dark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205472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is nearby but unreachable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519672" y="23774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warnings (Alert RCB) ride on cellular networks and fail with the cells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mesh apps are installed after the crisis starts and carry no identity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stranger's request cannot be verified, so nobody can safely act on it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are routing problems on the same graph: who is physically near whom.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network, one identity, two rule sets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223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Peace mode (default)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8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 reduction, local utilisation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Resilient communication, life-critical routing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Lend, borrow, give, sell, information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Life-critical, safety, official alerts, “I am OK” check-ins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micro-payments or credits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Hop-limited: default 3, max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to 15 hops by level, store-and-forward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Peers over mesh, internet only to authorities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mesh, then phone-only mesh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Backhaul loss (L1) or signed declaration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38160" y="1280160"/>
            <a:ext cx="3502152" cy="160020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321040" y="1463040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056" y="1591056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00684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Routers: backbone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powered, dense in cities, already remotely managed by ISPs. Relay only.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138160" y="3017520"/>
            <a:ext cx="3502152" cy="160020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321040" y="3200400"/>
            <a:ext cx="548640" cy="54864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56" y="332841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0684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Phones: workers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832104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battery-powered: the only thing left when the power goes. Ask, offer, relay.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138160" y="475488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75320" y="475488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state: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state can verify identity, enable ISP relays and sign declarations everyone accepts.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an ant colony: no node sees the whole, each acts on local information, coordination emerges.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network dies, the crowd keeps routing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 Everything up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mode. Mesh runs in parallel.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5400000">
            <a:off x="3172968" y="1993392"/>
            <a:ext cx="182880" cy="219456"/>
          </a:xfrm>
          <a:prstGeom prst="triangle">
            <a:avLst/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74136" y="12344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11296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Cells down, power 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11296" y="1737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backbone carries traffic; captive portal for phones without the app.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5998464" y="1993392"/>
            <a:ext cx="182880" cy="219456"/>
          </a:xfrm>
          <a:prstGeom prst="triangle">
            <a:avLst/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2344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BD9DB"/>
          </a:solidFill>
          <a:ln w="12700">
            <a:solidFill>
              <a:srgbClr val="FBD9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6792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Power down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1737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Phone-only mesh for hours. People walking carry messages between islands.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5400000">
            <a:off x="8823960" y="1993392"/>
            <a:ext cx="182880" cy="219456"/>
          </a:xfrm>
          <a:prstGeom prst="triangle">
            <a:avLst/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25128" y="12344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D7F0E6"/>
          </a:solidFill>
          <a:ln w="12700">
            <a:solidFill>
              <a:srgbClr val="D7F0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62288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Gateways bridge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62288" y="17373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or generator-backed sites link islands to the Authority.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11091672" cy="2926080"/>
          </a:xfrm>
          <a:prstGeom prst="roundRect">
            <a:avLst>
              <a:gd name="adj" fmla="val 3750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383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(illustrative): cardiac arrest, the nearest public AED is 4 hops away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3931920"/>
            <a:ext cx="411480" cy="41148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4348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Ola's phone sends a signed LIFE_CRITICAL request at top priority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53512" y="3931920"/>
            <a:ext cx="411480" cy="41148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53512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953512" y="44348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floods it with de-duplication, pre-empting every other class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84064" y="3931920"/>
            <a:ext cx="411480" cy="41148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84064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84064" y="44348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citizen nearest the registered AED accepts: “fetching AED”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14616" y="3931920"/>
            <a:ext cx="411480" cy="41148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14616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214616" y="44348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Per-hop instructions move the AED hand to hand along the found path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45168" y="3931920"/>
            <a:ext cx="411480" cy="41148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45168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44348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outcome: AED arrives in about 90 s, against about 6 min for staff on site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routes the message, the crowd routes the object.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policy is a signed, regional preset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Disruption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Disaster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Security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C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outage, cable cut, cyberattack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Flood, storm, long blackout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Terror, war, hybrid attack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automation or declaration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+ check-in, aggregated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structured request, flagged unverified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only, one-way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Life-critical, safety, check-in, info, free give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L1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Life-critical, safety, check-in. Info 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 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topology gossip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emission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duty 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12480" y="1280160"/>
            <a:ext cx="3227832" cy="4526280"/>
          </a:xfrm>
          <a:prstGeom prst="roundRect">
            <a:avLst>
              <a:gd name="adj" fmla="val 28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9536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resist abuse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1874520"/>
            <a:ext cx="2880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Jamming gains nothing.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automation reaches L1 at most; L2 and L3 need an Authority signature.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load is bounded.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emits at most one signed PORTAL_SUMMARY per minute, so load scales with routers, not attackers.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is stricter.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INFO off stops rumours; phone gossip off hides where people are.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77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are regional (one district at L3, the rest at L2). Downgrades need a signed all-clear or expiry; L3 always steps down through L1.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Peacetime is why it is installed before the crisis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value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 drill, get sour cream from a neighbour, hand over a parking spot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limit 3 keeps it hyperlocal by protocol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credits: a tool pays itself back through community use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15968" y="12801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90288" y="1508760"/>
            <a:ext cx="640080" cy="64008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6550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67528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reason to keep it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90288" y="23774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neighbours make lending to strangers safe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notifications: quiet hours, mutes, hop caps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AED, EpiPen and insulin requests work in peace too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Peerby reports about 80% of requests filled within 30 minutes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74152" y="12801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48472" y="1508760"/>
            <a:ext cx="640080" cy="64008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65506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25712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for the city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48472" y="237744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graph: coverage gaps, articulation points, percolation threshold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where battery-backed relays or gateways belong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per district: transactions, waste avoided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identity, same graph, same protocol: the peacetime habit becomes the emergency capability.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citizens ask, routers and gateways carry</a:t>
            </a:r>
            <a:endParaRPr lang="en-US" sz="3000" dirty="0"/>
          </a:p>
        </p:txBody>
      </p:sp>
      <p:pic>
        <p:nvPicPr>
          <p:cNvPr id="3" name="Image 0" descr="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11064240" cy="51659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model: verify anything, offline</a:t>
            </a:r>
            <a:endParaRPr lang="en-US" sz="3000" dirty="0"/>
          </a:p>
        </p:txBody>
      </p:sp>
      <p:pic>
        <p:nvPicPr>
          <p:cNvPr id="3" name="Image 0" descr="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376701" cy="4892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1264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key flow; keys live in the phone secure element.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234440"/>
            <a:ext cx="615391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Issuer-generated keys.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Authority HSM issues key pair and certificate after wallet-verified registration, wrapped to the phone's secure element.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verification.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node checks any message against the Authority root key embedded in the app. No network round trip.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“Routers cannot act” is cryptographic.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certificates grant forwarding only; a request signed by one is dropped everywhere.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alerts die.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and alerts use separate Authority keys; unverifiable ones are dropped by every node.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Short-lived.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30-day keys renewed silently, over the mesh when offline; target 90-day emergency grace so an outage never locks anyone out.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trade-off.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Authority could impersonate citizens. Bounded by no key retention, k-of-n escrow, dual-control HSMs and a public transparency 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feasibility: every block has a precedent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223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15468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rely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precedent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relay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 remote management (TR-069 / TR-369) on OpenWrt, prplOS, RDK-B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00000JAPAN since 2014; Comcast opened 141k to 261k hotspots before hurricanes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mesh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 and Wi-Fi Aware / Direct; messages sized for one BLE advertisement (target 240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Relay-by-Smartphone (Tohoku), Bridgefy 12M+ users, bitchat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ed25519 signatures, certificate chain against embedded root, secure-element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PKI, HSMs, Android Keystore / iOS Secure Enclave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identity wallet: mObywatel, EUDI wallet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RCB, announced move into mObywatel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payload so existing origination tools feed the mesh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basis: EECC Article 110 warning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046720" y="1234440"/>
            <a:ext cx="3593592" cy="4114800"/>
          </a:xfrm>
          <a:prstGeom prst="roundRect">
            <a:avLst>
              <a:gd name="adj" fmla="val 254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parts and mitigations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178308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background limits: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requested in peace; app must earn its place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duty cycle, target 8 h from 50%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rate-limited, portal aggregated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pseudonyms, hop distance not GPS, L3 gossip off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regulation, customer opt-out, relay isolated from home LAN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background BLE limits, ISP and regulator uptake, trust in a single issuer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53212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5321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 (NFR-RES-07), not yet measured: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20% router participation, an official alert reaches 95% of connected nodes within 5 minutes (cells down, power up).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use is not new; the combination is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406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822960"/>
                <a:gridCol w="914400"/>
                <a:gridCol w="914400"/>
                <a:gridCol w="82296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mesh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meshes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Hotspot opening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Street-light 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Pomóc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without backhaul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without grid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(phones)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deployed hardware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+ routers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State, 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to install pre-crisis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verifiable 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1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36576" marB="36576" anchor="ctr">
                    <a:lnL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262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use is not new: Meuser et al. 2019 (street lights) and Peerby show it. To our knowledge, nothing combines state identity, a router + phone backbone and offline-verifiable alerts. Hotspot opening: 00000JAPAN, Xfinity.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0" y="1234440"/>
            <a:ext cx="3410712" cy="3611880"/>
          </a:xfrm>
          <a:prstGeom prst="roundRect">
            <a:avLst>
              <a:gd name="adj" fmla="val 268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path to pilot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412480" y="1920240"/>
            <a:ext cx="457200" cy="45720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1874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both modes, coverage view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0" y="2880360"/>
            <a:ext cx="457200" cy="45720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2834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pilot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ISP, volunteers, a drill declaration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0" y="3840480"/>
            <a:ext cx="457200" cy="45720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+ wallet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mObywatel module, open specification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5029200"/>
            <a:ext cx="10561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disclosure.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concept, requirements and diagrams (prepared 3 Oct). Not built: code, simulation or demo; the protocol simulation is planned. Concept, research, documentation and this deck were developed with AI assistance (Claude Code); the team answers for all of it. </a:t>
            </a:r>
            <a:pPr indent="0" marL="0">
              <a:buNone/>
            </a:pPr>
            <a:r>
              <a:rPr lang="en-US" sz="1200" dirty="0">
                <a:solidFill>
                  <a:srgbClr val="B7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docs/prior-art.md in the repository; Meuser et al. 2019 (arXiv 1908.10233); Comcast press releases 2022 and 2023; 00000JAPAN (SoftBank, Access Network); Peerby (TechCrunch 2013); Bridgefy; Alert RCB / mObywatel announcements 2025.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Pomóc - The network that is already there</dc:title>
  <dc:subject>PptxGenJS Presentation</dc:subject>
  <dc:creator>HackYeah 2026 team</dc:creator>
  <cp:lastModifiedBy>HackYeah 2026 team</cp:lastModifiedBy>
  <cp:revision>1</cp:revision>
  <dcterms:created xsi:type="dcterms:W3CDTF">2026-10-03T15:49:22Z</dcterms:created>
  <dcterms:modified xsi:type="dcterms:W3CDTF">2026-10-03T15:49:22Z</dcterms:modified>
</cp:coreProperties>
</file>