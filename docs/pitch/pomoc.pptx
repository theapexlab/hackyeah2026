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Pomóc - The network that is already there  ·  HackYeah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Pomóc - The network that is already there  ·  HackYeah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HACKYEAH 2026  ·  OPEN TASK: SMART CITY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Pomóc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network that is already there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dual-use civic mesh: neighbourhood sharing on an ordinary Tuesday, resilient communication on the day the network goes dark.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1206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Apexlab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Vargha Csongor Csaba · Magyar Dániel · Fábi Tamás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57800" y="1280160"/>
            <a:ext cx="6675120" cy="3724102"/>
          </a:xfrm>
          <a:prstGeom prst="roundRect">
            <a:avLst>
              <a:gd name="adj" fmla="val 2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/Users/varghacsongorcsaba/Documents/Repos/hackyeah2026/deck/Gemini_Generated_Image_cxcfo6cxcfo6cxcf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371600"/>
            <a:ext cx="6492240" cy="354122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failures, one root cause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5448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an ordinary day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2402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sit idle. Nobody nearby knows they exist.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9260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2A5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~13 min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06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drill is used in its whole lifetime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199632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CEBEC"/>
          </a:solidFill>
          <a:ln w="12700">
            <a:solidFill>
              <a:srgbClr val="FCEBE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155448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05472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bad day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19672" y="22402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sits unreachable. The mobile network is the first thing to fail.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519672" y="29260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548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 m</a:t>
            </a:r>
            <a:endParaRPr lang="en-US" sz="6600" dirty="0"/>
          </a:p>
        </p:txBody>
      </p:sp>
      <p:sp>
        <p:nvSpPr>
          <p:cNvPr id="15" name="Text 11"/>
          <p:cNvSpPr txBox="1"/>
          <p:nvPr/>
        </p:nvSpPr>
        <p:spPr>
          <a:xfrm>
            <a:off x="6519672" y="4206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a cardiac arrest and the AED on the wall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city already owns what it needs. It is in the wrong pocket.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network, one identity, two rule sets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508760"/>
            <a:ext cx="640080" cy="64008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1655064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5087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Peace mode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7744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a drill, get sour cream next door, hand over a parking spot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is hop-limited (default ~3 hops, configurable): local by protocol, not by policy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micro-payments or credits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99632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CEBEC"/>
          </a:solidFill>
          <a:ln w="12700">
            <a:solidFill>
              <a:srgbClr val="FCEB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19672" y="1508760"/>
            <a:ext cx="640080" cy="64008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976" y="165506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96912" y="15087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Emergency mode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19672" y="237744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official alerts, “I am OK” check-ins, life-critical requests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backbone needed: phones and home routers relay hop by hop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off, priorities on, store-and-forward on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on what the city already has: phones and ISP routers. Routers are the static backbone, phones the mobile edge.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pieces fit together</a:t>
            </a:r>
            <a:endParaRPr lang="en-US" sz="3000" dirty="0"/>
          </a:p>
        </p:txBody>
      </p:sp>
      <p:pic>
        <p:nvPicPr>
          <p:cNvPr id="4" name="Image 0" descr="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3000"/>
            <a:ext cx="11064240" cy="516596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people, verifiable offline</a:t>
            </a:r>
            <a:endParaRPr lang="en-US" sz="3000" dirty="0"/>
          </a:p>
        </p:txBody>
      </p:sp>
      <p:pic>
        <p:nvPicPr>
          <p:cNvPr id="4" name="Image 0" descr="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4335797" cy="4846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0" y="1280160"/>
            <a:ext cx="615391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once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the national identity wallet (mObywatel / EUDI). The Authority issues a key and a citizen certificate, delivered wrapped into the phone's secure element.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message is signed.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node verifies it with the Authority root key already in the app. No network needed.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 hold relay certificates: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carry, they can never ask. A cryptographic rule, not a policy.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Pseudonymous on the wire.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~30-day keys, re-issued silently, through the mesh when the internet is gone.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Forged alerts die.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Declarations and alerts carry Authority signatures; anything unverifiable is dropped at the first hop.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 MODE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 sharing within a few hops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6675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neighbours within the hop limit see it → first accepted match closes it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Shared-ownership amortisation: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pays itself back through community use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static resources: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AEDs, shelters, water points pinned to the map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Elderly check-in: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device activity for a set time → the closest hops are asked to look in on the person, who may have fallen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questions and answers: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pharmacy open, who has a spare car seat, is the playground flooded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rails: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per identity, reputation, quiet hours, category mutes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the bad day: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already installed, the identities already issued, the graph already known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589520" y="1280160"/>
            <a:ext cx="4050792" cy="4023360"/>
          </a:xfrm>
          <a:prstGeom prst="roundRect">
            <a:avLst>
              <a:gd name="adj" fmla="val 2727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181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A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request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18288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Cordless drill, Sunday afternoon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818120" y="269748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18120" y="26974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PLN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052560" y="269748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52560" y="26974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hops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287000" y="269748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287000" y="26974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expires 2 h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81812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by Marek, </a:t>
            </a:r>
            <a:pPr indent="0" marL="0">
              <a:buNone/>
            </a:pPr>
            <a:r>
              <a:rPr lang="en-US" sz="1600" b="1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hops away</a:t>
            </a:r>
            <a:pPr indent="0" marL="0">
              <a:buNone/>
            </a:pPr>
            <a:r>
              <a:rPr lang="en-US" sz="16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 ~4 minutes.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818120" y="42062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shop trip, no delivery van, one drill working instead of two idle ones.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MODE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levels, one signed declaration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2743200"/>
                <a:gridCol w="295351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Disruption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A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Disaster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Security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1C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outage, cable cut, cyberattack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flood, storm, blackout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terror, war, hybrid attack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(no backhaul) or declaration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declaration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declaration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Router portal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+ check-in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+ check-in + request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Citizen requests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requests: life-critical, safety, “I am OK”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requests: life-critical, safety, “I am OK”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casualty reporting: position + short message to the authorities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Citizen info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 (rumour control), phones go quiet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93776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Jamming the cells can force L1 at most. Everything above it needs a signature. Portal inputs are aggregated once a minute per router, so the mesh load is bounded by routers, not attackers.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AED, in ~90 seconds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08760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Ola's phone sends a signed LIFE_CRITICAL request.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floods the mesh at top priority, pre-empting everything else.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74136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02736" y="1508760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02736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 knows a registered AED ~40 m from Marek.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602736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is the nearest capable responder and accepts with one tap.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99632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28232" y="1508760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28232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28232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else sees the request is taken.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28232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mesh guides Marek to the AED, then to Ola.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25128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FCEBEC"/>
          </a:solidFill>
          <a:ln w="12700">
            <a:solidFill>
              <a:srgbClr val="FCEB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53728" y="1508760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53728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253728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Marek runs it over.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253728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moves, the messages did the rest. Staff would take ~6 minutes.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Messages travel hop by hop. The object travels with one person.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 AT HACKYEAH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simulation of the protocol on a city graph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Kraków district, static router layer plus mobile phone layer, in one interactive one-pager. Deterministic, playable step by step: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1945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 request + match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31920" y="21031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41648" y="21945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4164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Flooding: hop limit, TTL, dedup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28803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788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down → L1, router backbone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931920" y="27889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41648" y="28803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41648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2788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down → phone-only, store-and-forward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4747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5661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474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vs L3 side by side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931920" y="347472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41648" y="3566160"/>
            <a:ext cx="365760" cy="36576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041648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3474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planning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2519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metrics: </a:t>
            </a:r>
            <a:pPr indent="0" marL="0">
              <a:buNone/>
            </a:pPr>
            <a:r>
              <a:rPr lang="en-US" sz="14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reach, delivery per class, hops, latency. Sliders for participation and radio range show the </a:t>
            </a:r>
            <a:pPr indent="0" marL="0">
              <a:buNone/>
            </a:pPr>
            <a:r>
              <a:rPr lang="en-US" sz="14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percolation threshold</a:t>
            </a:r>
            <a:pPr indent="0" marL="0">
              <a:buNone/>
            </a:pPr>
            <a:r>
              <a:rPr lang="en-US" sz="14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how few nodes are enough.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680960" y="1234440"/>
            <a:ext cx="3959352" cy="3840480"/>
          </a:xfrm>
          <a:prstGeom prst="roundRect">
            <a:avLst>
              <a:gd name="adj" fmla="val 285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0956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1828800"/>
            <a:ext cx="3566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Built: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simulation (modes, levels, flooding, hop limits, TTL, de-duplication, store-and-forward, degradation)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simulated: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 is standard and not simulated; the simulation is about mesh behaviour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progress: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prototype of the protocol module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built: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firmware, identity integration, Authority services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5349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Pomóc is a vision; the simulation is the argument.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BELIEVABLE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piece is tried and validated. Nobody has combined them.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6766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00000JAPAN and Comcast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flip existing home and public Wi-Fi open in disasters, by remote config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EUDI wallets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mandatory EU-wide: Pomóc plugs into mObywatel in Poland, DÁP in Hungary, any national wallet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RCB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moving into mObywatel; Pomóc is its offline continuation when the cells are down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Japan's Relay-by-Smartphone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 phone-to-phone message relaying after 2011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Peerby: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neighbourhood requests filled within ~30 minutes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parts: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TR-369 router management, BLE / Wi-Fi Aware, PKI with secure-element keys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1280160"/>
            <a:ext cx="3959352" cy="3931920"/>
          </a:xfrm>
          <a:prstGeom prst="roundRect">
            <a:avLst>
              <a:gd name="adj" fmla="val 279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point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909560" y="1874520"/>
            <a:ext cx="3566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24 hours.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an attack or disaster, authorities and the military need time to respond. Pomóc keeps a communication platform alive in that gap.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casualties.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Life-critical requests, casualty reports with position, and verified official alerts keep moving without cells or power.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every pocket.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1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hardware, no new identity scheme: phones, home routers and the national EUDI wallet.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544068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5440680"/>
            <a:ext cx="10561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protocol spec · pilot in one district with one ISP · battery-backed relay placement from the coverage model.   </a:t>
            </a:r>
            <a:pPr indent="0" marL="0">
              <a:buNone/>
            </a:pPr>
            <a:r>
              <a:rPr lang="en-US" sz="1300" dirty="0">
                <a:solidFill>
                  <a:srgbClr val="B7C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research, docs, simulation and this deck were made with AI assistance (Claude Code); the team stands behind all of 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Pomóc - The network that is already there</dc:title>
  <dc:subject>PptxGenJS Presentation</dc:subject>
  <dc:creator>Vargha Csongor Csaba · Magyar Dániel · Fábi Tamás</dc:creator>
  <cp:lastModifiedBy>Vargha Csongor Csaba · Magyar Dániel · Fábi Tamás</cp:lastModifiedBy>
  <cp:revision>1</cp:revision>
  <dcterms:created xsi:type="dcterms:W3CDTF">2026-10-03T18:12:02Z</dcterms:created>
  <dcterms:modified xsi:type="dcterms:W3CDTF">2026-10-03T18:12:02Z</dcterms:modified>
</cp:coreProperties>
</file>